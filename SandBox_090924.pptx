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7" r:id="rId3"/>
    <p:sldId id="259" r:id="rId4"/>
    <p:sldId id="263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6EC3A-D829-C53F-C3EE-C06872DFB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9D077-0087-B1C7-71DA-50ACE8A3D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1BC64-7436-808C-CDB3-E9017AD7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1D2F-EE8B-7CF5-50BA-FA1F2691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5E19-FE70-7483-C102-8BE7C03B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5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95C3-A458-A79A-D77C-70CFACF1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A5C70-DE03-32E7-0BC4-3A4070ECD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0316-13FE-87B5-4AA9-A69C0D64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19D3E-7299-9972-7423-58789A5E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A91E8-9980-FB75-5057-96EC81B0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65BE-3B70-2960-4571-C1CCE82EA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F4C82-0D6B-1E30-CDEA-EAE27E9DD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2627-E037-4060-EABA-926E617F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B221E-54DF-80E0-8502-E747ADCA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8987A-49C6-0969-EBF6-170FE739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4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8582-06E1-0253-6796-6D83D2AE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1513-03DD-D6A6-2C7C-F2DAB6F6E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DA84B-3F8D-6EB7-A67B-612F7A628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05195-1980-A3F0-D28F-2FEC61DD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C58D7-CEBC-2B9F-9FBA-B913C80A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D30C8-BE45-CCBF-157C-D5633D4C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8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6281-3137-12C0-C7BD-E0F0F827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5F883-7FF6-2260-EFFD-47CF59BEC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11065-7C37-D4EA-EEA2-73184385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4A3F6-E147-ACE9-EA1D-68883BA86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ED437-1481-BB67-A531-E612648F1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8AA1A-B77D-A343-C255-EF85E5638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CF2A06-E072-40E7-C6E8-9ED98646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C1B69-1C1E-DB37-BD66-3379E774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6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4080-6B52-D9C2-8AA6-3E45F900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13184-DC8F-A760-4D98-216656E71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D7ACE-19ED-5E0E-7AD1-F27C53B4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77D79-FED4-39A3-092E-47D25B77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256FB-F323-CDDD-71FB-1BBDF2E3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8434C-6753-A8CE-D655-4508E7DA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89471-1791-BEB0-5550-B924FE03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9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135E-1F4A-6A59-2247-BEAF557A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A7B58-0888-83B0-22D8-057D85D37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38C02-CCFD-5C84-9628-FC96CC51E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3D8ED-FF11-0247-8F16-6331A8C8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3D1C7-FC27-55C8-FFBA-36547B92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C7C8F-6F7D-D1E6-4493-013B5914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16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F75E-9F12-AB46-AB22-0E3714B9A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174A2-665F-81D0-F33D-8D3B33838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C210E-0554-5D00-7D93-CAEC873CD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C56EA-ADD9-C272-9F9E-A78115F8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4C6C8-018F-2BB8-808F-810AB0144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727DB-E45C-8166-6627-C2AD5F48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92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E9A9-674E-9251-05F8-B13794E1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90CE2-22B7-86F7-3FEB-C6F0CEFF0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298D5-372B-75D0-EFEC-61B67A8B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2C96-9AD7-B226-71A6-DC4D8492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C5DCD-7BE5-285C-2F6E-D632C97C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8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DD3DD-4803-0350-348F-3D6890C2F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E92FF-2590-A6E1-327A-B7D2504CD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71390-8F04-A0E0-45DA-6AB7E4BF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83C86-EC02-5582-2207-D266CA2D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F464C-2115-10EE-A14C-E490DF1F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7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D5CF5-A64E-E796-DEF0-88FC8EF79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256DB-43A5-7A88-A272-5AB37C9A6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CBE7E-68A3-0A0E-FE72-8FE5A9A03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E6422-72A6-4034-94F2-905241E6B20B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13B90-D0BD-2E17-B649-2B19A2A6F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372FB-39AF-002E-CE38-360CCB811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8AEAA-CF07-4F71-A64B-27383AE5B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1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9HPf2tpnM06XAaEK1HgqIydzolcg81G-?usp=sharing_eip_m&amp;ts=6304a62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C5AF1C-F523-84D9-D793-2AE20B953A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02" t="20061" r="9862" b="12538"/>
          <a:stretch/>
        </p:blipFill>
        <p:spPr>
          <a:xfrm>
            <a:off x="1665099" y="1082180"/>
            <a:ext cx="9968793" cy="5775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ED8A6-FEEB-763B-3350-C805D9AADD16}"/>
              </a:ext>
            </a:extLst>
          </p:cNvPr>
          <p:cNvSpPr txBox="1"/>
          <p:nvPr/>
        </p:nvSpPr>
        <p:spPr>
          <a:xfrm>
            <a:off x="2731284" y="71308"/>
            <a:ext cx="705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Send Box Area – Herzliya &amp; Ramat Hasharon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7583E4-AEC3-3145-7360-47ACF6FD8834}"/>
              </a:ext>
            </a:extLst>
          </p:cNvPr>
          <p:cNvSpPr txBox="1"/>
          <p:nvPr/>
        </p:nvSpPr>
        <p:spPr>
          <a:xfrm>
            <a:off x="224865" y="594528"/>
            <a:ext cx="114090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hlinkClick r:id="rId3"/>
              </a:rPr>
              <a:t>https://drive.google.com/drive/folders/19HPf2tpnM06XAaEK1HgqIydzolcg81G-?usp=sharing_eip_m&amp;ts=6304a62a</a:t>
            </a:r>
            <a:endParaRPr lang="en-US" sz="1400" dirty="0"/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75187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1A0A99-1261-2E7C-23BE-156E018F8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793046"/>
              </p:ext>
            </p:extLst>
          </p:nvPr>
        </p:nvGraphicFramePr>
        <p:xfrm>
          <a:off x="887767" y="1225118"/>
          <a:ext cx="10786369" cy="3999190"/>
        </p:xfrm>
        <a:graphic>
          <a:graphicData uri="http://schemas.openxmlformats.org/drawingml/2006/table">
            <a:tbl>
              <a:tblPr/>
              <a:tblGrid>
                <a:gridCol w="399495">
                  <a:extLst>
                    <a:ext uri="{9D8B030D-6E8A-4147-A177-3AD203B41FA5}">
                      <a16:colId xmlns:a16="http://schemas.microsoft.com/office/drawing/2014/main" val="3347598011"/>
                    </a:ext>
                  </a:extLst>
                </a:gridCol>
                <a:gridCol w="1020170">
                  <a:extLst>
                    <a:ext uri="{9D8B030D-6E8A-4147-A177-3AD203B41FA5}">
                      <a16:colId xmlns:a16="http://schemas.microsoft.com/office/drawing/2014/main" val="2054483630"/>
                    </a:ext>
                  </a:extLst>
                </a:gridCol>
                <a:gridCol w="941300">
                  <a:extLst>
                    <a:ext uri="{9D8B030D-6E8A-4147-A177-3AD203B41FA5}">
                      <a16:colId xmlns:a16="http://schemas.microsoft.com/office/drawing/2014/main" val="3815846189"/>
                    </a:ext>
                  </a:extLst>
                </a:gridCol>
                <a:gridCol w="586383">
                  <a:extLst>
                    <a:ext uri="{9D8B030D-6E8A-4147-A177-3AD203B41FA5}">
                      <a16:colId xmlns:a16="http://schemas.microsoft.com/office/drawing/2014/main" val="3172522867"/>
                    </a:ext>
                  </a:extLst>
                </a:gridCol>
                <a:gridCol w="1349444">
                  <a:extLst>
                    <a:ext uri="{9D8B030D-6E8A-4147-A177-3AD203B41FA5}">
                      <a16:colId xmlns:a16="http://schemas.microsoft.com/office/drawing/2014/main" val="187739437"/>
                    </a:ext>
                  </a:extLst>
                </a:gridCol>
                <a:gridCol w="1003177">
                  <a:extLst>
                    <a:ext uri="{9D8B030D-6E8A-4147-A177-3AD203B41FA5}">
                      <a16:colId xmlns:a16="http://schemas.microsoft.com/office/drawing/2014/main" val="1815075779"/>
                    </a:ext>
                  </a:extLst>
                </a:gridCol>
                <a:gridCol w="923278">
                  <a:extLst>
                    <a:ext uri="{9D8B030D-6E8A-4147-A177-3AD203B41FA5}">
                      <a16:colId xmlns:a16="http://schemas.microsoft.com/office/drawing/2014/main" val="3475047898"/>
                    </a:ext>
                  </a:extLst>
                </a:gridCol>
                <a:gridCol w="1731145">
                  <a:extLst>
                    <a:ext uri="{9D8B030D-6E8A-4147-A177-3AD203B41FA5}">
                      <a16:colId xmlns:a16="http://schemas.microsoft.com/office/drawing/2014/main" val="1809148014"/>
                    </a:ext>
                  </a:extLst>
                </a:gridCol>
                <a:gridCol w="1165413">
                  <a:extLst>
                    <a:ext uri="{9D8B030D-6E8A-4147-A177-3AD203B41FA5}">
                      <a16:colId xmlns:a16="http://schemas.microsoft.com/office/drawing/2014/main" val="3700422360"/>
                    </a:ext>
                  </a:extLst>
                </a:gridCol>
                <a:gridCol w="1666564">
                  <a:extLst>
                    <a:ext uri="{9D8B030D-6E8A-4147-A177-3AD203B41FA5}">
                      <a16:colId xmlns:a16="http://schemas.microsoft.com/office/drawing/2014/main" val="1678053861"/>
                    </a:ext>
                  </a:extLst>
                </a:gridCol>
              </a:tblGrid>
              <a:tr h="38577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start_time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end_time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travelTime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Lengthm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NumberOfLanes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RoadType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TypeName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099296"/>
                  </a:ext>
                </a:extLst>
              </a:tr>
              <a:tr h="3857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Primary (primary)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620951"/>
                  </a:ext>
                </a:extLst>
              </a:tr>
              <a:tr h="3857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Primary (primary)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480510"/>
                  </a:ext>
                </a:extLst>
              </a:tr>
              <a:tr h="3857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Primary (primary)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539759"/>
                  </a:ext>
                </a:extLst>
              </a:tr>
              <a:tr h="3857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06:40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60.96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Primary (primary)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076883"/>
                  </a:ext>
                </a:extLst>
              </a:tr>
              <a:tr h="3857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06:40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Primary (primary)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009892"/>
                  </a:ext>
                </a:extLst>
              </a:tr>
              <a:tr h="3857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06:50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07:00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Primary (primary)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89187"/>
                  </a:ext>
                </a:extLst>
              </a:tr>
              <a:tr h="372915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29192"/>
                  </a:ext>
                </a:extLst>
              </a:tr>
              <a:tr h="372915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33,104 Rows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158236"/>
                  </a:ext>
                </a:extLst>
              </a:tr>
              <a:tr h="552942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7892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7A0360-99D7-43F5-6697-17072E2CA035}"/>
              </a:ext>
            </a:extLst>
          </p:cNvPr>
          <p:cNvSpPr txBox="1"/>
          <p:nvPr/>
        </p:nvSpPr>
        <p:spPr>
          <a:xfrm>
            <a:off x="3000653" y="204187"/>
            <a:ext cx="6063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First round of Data from Sand Box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1432F-8CF5-7789-94FC-646C01591136}"/>
              </a:ext>
            </a:extLst>
          </p:cNvPr>
          <p:cNvSpPr txBox="1"/>
          <p:nvPr/>
        </p:nvSpPr>
        <p:spPr>
          <a:xfrm>
            <a:off x="8717384" y="4432185"/>
            <a:ext cx="203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 Road types</a:t>
            </a:r>
          </a:p>
        </p:txBody>
      </p:sp>
    </p:spTree>
    <p:extLst>
      <p:ext uri="{BB962C8B-B14F-4D97-AF65-F5344CB8AC3E}">
        <p14:creationId xmlns:p14="http://schemas.microsoft.com/office/powerpoint/2010/main" val="237564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1718055-B99B-8965-D667-9112976A1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343"/>
            <a:ext cx="12192000" cy="59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3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418875-5452-03CC-88AC-EFF9C73E9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343"/>
            <a:ext cx="12192000" cy="59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42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FCBA5-FB92-EA2F-2702-417827684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1475"/>
            <a:ext cx="121920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1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43A36-53B5-E9D8-1BB7-12A3A1158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343"/>
            <a:ext cx="12192000" cy="59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07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B6EAFF-8F90-897E-F983-EF6681E4C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343"/>
            <a:ext cx="12192000" cy="59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28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138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Israel Feldman</dc:creator>
  <cp:lastModifiedBy>Israel Feldman</cp:lastModifiedBy>
  <cp:revision>12</cp:revision>
  <dcterms:created xsi:type="dcterms:W3CDTF">2022-08-23T10:26:28Z</dcterms:created>
  <dcterms:modified xsi:type="dcterms:W3CDTF">2024-09-09T09:58:01Z</dcterms:modified>
</cp:coreProperties>
</file>